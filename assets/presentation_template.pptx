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5E3A9-C1F2-4E12-8AA5-161D0F3875AF}" v="266" dt="2024-12-13T18:55:0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15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307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Richardson" userId="f86e93968ad580d6" providerId="LiveId" clId="{9A937689-8DEA-42EE-B87A-3E44A1E0BB9B}"/>
    <pc:docChg chg="addSld delSld modSld">
      <pc:chgData name="Victor Richardson" userId="f86e93968ad580d6" providerId="LiveId" clId="{9A937689-8DEA-42EE-B87A-3E44A1E0BB9B}" dt="2024-01-24T16:33:27.093" v="123" actId="20577"/>
      <pc:docMkLst>
        <pc:docMk/>
      </pc:docMkLst>
      <pc:sldChg chg="modSp mod">
        <pc:chgData name="Victor Richardson" userId="f86e93968ad580d6" providerId="LiveId" clId="{9A937689-8DEA-42EE-B87A-3E44A1E0BB9B}" dt="2024-01-24T16:32:17.643" v="30" actId="20577"/>
        <pc:sldMkLst>
          <pc:docMk/>
          <pc:sldMk cId="166023658" sldId="258"/>
        </pc:sldMkLst>
        <pc:spChg chg="mod">
          <ac:chgData name="Victor Richardson" userId="f86e93968ad580d6" providerId="LiveId" clId="{9A937689-8DEA-42EE-B87A-3E44A1E0BB9B}" dt="2024-01-24T16:32:17.643" v="30" actId="20577"/>
          <ac:spMkLst>
            <pc:docMk/>
            <pc:sldMk cId="166023658" sldId="258"/>
            <ac:spMk id="2" creationId="{9B3BADC1-4B11-4001-3FF0-A15E02952140}"/>
          </ac:spMkLst>
        </pc:spChg>
      </pc:sldChg>
      <pc:sldChg chg="addSp delSp modSp add del setBg delDesignElem">
        <pc:chgData name="Victor Richardson" userId="f86e93968ad580d6" providerId="LiveId" clId="{9A937689-8DEA-42EE-B87A-3E44A1E0BB9B}" dt="2024-01-24T16:29:42.583" v="5"/>
        <pc:sldMkLst>
          <pc:docMk/>
          <pc:sldMk cId="4195895685" sldId="259"/>
        </pc:sldMkLst>
        <pc:spChg chg="mod">
          <ac:chgData name="Victor Richardson" userId="f86e93968ad580d6" providerId="LiveId" clId="{9A937689-8DEA-42EE-B87A-3E44A1E0BB9B}" dt="2024-01-24T16:29:40.328" v="4"/>
          <ac:spMkLst>
            <pc:docMk/>
            <pc:sldMk cId="4195895685" sldId="259"/>
            <ac:spMk id="7" creationId="{D5EBCDB5-F570-ED41-28AB-C2506A4B90BC}"/>
          </ac:spMkLst>
        </pc:spChg>
        <pc:spChg chg="add del">
          <ac:chgData name="Victor Richardson" userId="f86e93968ad580d6" providerId="LiveId" clId="{9A937689-8DEA-42EE-B87A-3E44A1E0BB9B}" dt="2024-01-24T16:29:42.583" v="5"/>
          <ac:spMkLst>
            <pc:docMk/>
            <pc:sldMk cId="4195895685" sldId="259"/>
            <ac:spMk id="69" creationId="{BACC6370-2D7E-4714-9D71-7542949D7D5D}"/>
          </ac:spMkLst>
        </pc:spChg>
        <pc:spChg chg="add del">
          <ac:chgData name="Victor Richardson" userId="f86e93968ad580d6" providerId="LiveId" clId="{9A937689-8DEA-42EE-B87A-3E44A1E0BB9B}" dt="2024-01-24T16:29:42.583" v="5"/>
          <ac:spMkLst>
            <pc:docMk/>
            <pc:sldMk cId="4195895685" sldId="259"/>
            <ac:spMk id="71" creationId="{F68B3F68-107C-434F-AA38-110D5EA91B85}"/>
          </ac:spMkLst>
        </pc:spChg>
        <pc:spChg chg="add del">
          <ac:chgData name="Victor Richardson" userId="f86e93968ad580d6" providerId="LiveId" clId="{9A937689-8DEA-42EE-B87A-3E44A1E0BB9B}" dt="2024-01-24T16:29:42.583" v="5"/>
          <ac:spMkLst>
            <pc:docMk/>
            <pc:sldMk cId="4195895685" sldId="259"/>
            <ac:spMk id="73" creationId="{AAD0DBB9-1A4B-4391-81D4-CB19F9AB918A}"/>
          </ac:spMkLst>
        </pc:spChg>
        <pc:spChg chg="add del">
          <ac:chgData name="Victor Richardson" userId="f86e93968ad580d6" providerId="LiveId" clId="{9A937689-8DEA-42EE-B87A-3E44A1E0BB9B}" dt="2024-01-24T16:29:42.583" v="5"/>
          <ac:spMkLst>
            <pc:docMk/>
            <pc:sldMk cId="4195895685" sldId="259"/>
            <ac:spMk id="75" creationId="{063BBA22-50EA-4C4D-BE05-F1CE4E63AA56}"/>
          </ac:spMkLst>
        </pc:spChg>
      </pc:sldChg>
      <pc:sldChg chg="modSp new mod">
        <pc:chgData name="Victor Richardson" userId="f86e93968ad580d6" providerId="LiveId" clId="{9A937689-8DEA-42EE-B87A-3E44A1E0BB9B}" dt="2024-01-24T16:32:32.320" v="59" actId="20577"/>
        <pc:sldMkLst>
          <pc:docMk/>
          <pc:sldMk cId="4213194280" sldId="259"/>
        </pc:sldMkLst>
        <pc:spChg chg="mod">
          <ac:chgData name="Victor Richardson" userId="f86e93968ad580d6" providerId="LiveId" clId="{9A937689-8DEA-42EE-B87A-3E44A1E0BB9B}" dt="2024-01-24T16:32:32.320" v="59" actId="20577"/>
          <ac:spMkLst>
            <pc:docMk/>
            <pc:sldMk cId="4213194280" sldId="259"/>
            <ac:spMk id="2" creationId="{6EE247BE-988E-DCAA-7007-2575D95128BE}"/>
          </ac:spMkLst>
        </pc:spChg>
      </pc:sldChg>
      <pc:sldChg chg="modSp new mod">
        <pc:chgData name="Victor Richardson" userId="f86e93968ad580d6" providerId="LiveId" clId="{9A937689-8DEA-42EE-B87A-3E44A1E0BB9B}" dt="2024-01-24T16:32:47.193" v="80" actId="20577"/>
        <pc:sldMkLst>
          <pc:docMk/>
          <pc:sldMk cId="887043085" sldId="260"/>
        </pc:sldMkLst>
        <pc:spChg chg="mod">
          <ac:chgData name="Victor Richardson" userId="f86e93968ad580d6" providerId="LiveId" clId="{9A937689-8DEA-42EE-B87A-3E44A1E0BB9B}" dt="2024-01-24T16:32:47.193" v="80" actId="20577"/>
          <ac:spMkLst>
            <pc:docMk/>
            <pc:sldMk cId="887043085" sldId="260"/>
            <ac:spMk id="2" creationId="{8BB0F01C-6A29-1FC8-27A0-27D59F94678C}"/>
          </ac:spMkLst>
        </pc:spChg>
      </pc:sldChg>
      <pc:sldChg chg="modSp new mod">
        <pc:chgData name="Victor Richardson" userId="f86e93968ad580d6" providerId="LiveId" clId="{9A937689-8DEA-42EE-B87A-3E44A1E0BB9B}" dt="2024-01-24T16:33:05.789" v="101" actId="20577"/>
        <pc:sldMkLst>
          <pc:docMk/>
          <pc:sldMk cId="737947861" sldId="261"/>
        </pc:sldMkLst>
        <pc:spChg chg="mod">
          <ac:chgData name="Victor Richardson" userId="f86e93968ad580d6" providerId="LiveId" clId="{9A937689-8DEA-42EE-B87A-3E44A1E0BB9B}" dt="2024-01-24T16:33:05.789" v="101" actId="20577"/>
          <ac:spMkLst>
            <pc:docMk/>
            <pc:sldMk cId="737947861" sldId="261"/>
            <ac:spMk id="2" creationId="{B66048E5-D370-7AFD-EA98-07E47C24B3FB}"/>
          </ac:spMkLst>
        </pc:spChg>
      </pc:sldChg>
      <pc:sldChg chg="modSp new mod">
        <pc:chgData name="Victor Richardson" userId="f86e93968ad580d6" providerId="LiveId" clId="{9A937689-8DEA-42EE-B87A-3E44A1E0BB9B}" dt="2024-01-24T16:33:27.093" v="123" actId="20577"/>
        <pc:sldMkLst>
          <pc:docMk/>
          <pc:sldMk cId="3213815704" sldId="262"/>
        </pc:sldMkLst>
        <pc:spChg chg="mod">
          <ac:chgData name="Victor Richardson" userId="f86e93968ad580d6" providerId="LiveId" clId="{9A937689-8DEA-42EE-B87A-3E44A1E0BB9B}" dt="2024-01-24T16:33:27.093" v="123" actId="20577"/>
          <ac:spMkLst>
            <pc:docMk/>
            <pc:sldMk cId="3213815704" sldId="262"/>
            <ac:spMk id="2" creationId="{C95BCAFD-0A80-5285-F5E7-D19F52379ADC}"/>
          </ac:spMkLst>
        </pc:spChg>
      </pc:sldChg>
    </pc:docChg>
  </pc:docChgLst>
  <pc:docChgLst>
    <pc:chgData name="Victor Richardson" userId="f86e93968ad580d6" providerId="LiveId" clId="{9A15E3A9-C1F2-4E12-8AA5-161D0F3875AF}"/>
    <pc:docChg chg="custSel addSld delSld modSld">
      <pc:chgData name="Victor Richardson" userId="f86e93968ad580d6" providerId="LiveId" clId="{9A15E3A9-C1F2-4E12-8AA5-161D0F3875AF}" dt="2024-12-13T18:55:07.808" v="436" actId="20577"/>
      <pc:docMkLst>
        <pc:docMk/>
      </pc:docMkLst>
      <pc:sldChg chg="addSp delSp modSp del mod">
        <pc:chgData name="Victor Richardson" userId="f86e93968ad580d6" providerId="LiveId" clId="{9A15E3A9-C1F2-4E12-8AA5-161D0F3875AF}" dt="2024-12-13T18:54:08.794" v="344" actId="47"/>
        <pc:sldMkLst>
          <pc:docMk/>
          <pc:sldMk cId="166023658" sldId="258"/>
        </pc:sldMkLst>
        <pc:spChg chg="mod">
          <ac:chgData name="Victor Richardson" userId="f86e93968ad580d6" providerId="LiveId" clId="{9A15E3A9-C1F2-4E12-8AA5-161D0F3875AF}" dt="2024-12-13T18:43:11.786" v="12" actId="20577"/>
          <ac:spMkLst>
            <pc:docMk/>
            <pc:sldMk cId="166023658" sldId="258"/>
            <ac:spMk id="2" creationId="{9B3BADC1-4B11-4001-3FF0-A15E02952140}"/>
          </ac:spMkLst>
        </pc:spChg>
        <pc:spChg chg="del">
          <ac:chgData name="Victor Richardson" userId="f86e93968ad580d6" providerId="LiveId" clId="{9A15E3A9-C1F2-4E12-8AA5-161D0F3875AF}" dt="2024-12-13T18:43:14.652" v="13" actId="478"/>
          <ac:spMkLst>
            <pc:docMk/>
            <pc:sldMk cId="166023658" sldId="258"/>
            <ac:spMk id="3" creationId="{DCB8BF5D-C9D0-099C-2B9E-616C69AA568E}"/>
          </ac:spMkLst>
        </pc:spChg>
        <pc:graphicFrameChg chg="add mod">
          <ac:chgData name="Victor Richardson" userId="f86e93968ad580d6" providerId="LiveId" clId="{9A15E3A9-C1F2-4E12-8AA5-161D0F3875AF}" dt="2024-12-13T18:52:36.487" v="343" actId="20577"/>
          <ac:graphicFrameMkLst>
            <pc:docMk/>
            <pc:sldMk cId="166023658" sldId="258"/>
            <ac:graphicFrameMk id="6" creationId="{75BB4FAD-3999-F544-3AE6-3E6B7A45DCAE}"/>
          </ac:graphicFrameMkLst>
        </pc:graphicFrameChg>
      </pc:sldChg>
      <pc:sldChg chg="modSp mod">
        <pc:chgData name="Victor Richardson" userId="f86e93968ad580d6" providerId="LiveId" clId="{9A15E3A9-C1F2-4E12-8AA5-161D0F3875AF}" dt="2024-12-13T18:54:19.110" v="367" actId="20577"/>
        <pc:sldMkLst>
          <pc:docMk/>
          <pc:sldMk cId="4213194280" sldId="259"/>
        </pc:sldMkLst>
        <pc:spChg chg="mod">
          <ac:chgData name="Victor Richardson" userId="f86e93968ad580d6" providerId="LiveId" clId="{9A15E3A9-C1F2-4E12-8AA5-161D0F3875AF}" dt="2024-12-13T18:54:19.110" v="367" actId="20577"/>
          <ac:spMkLst>
            <pc:docMk/>
            <pc:sldMk cId="4213194280" sldId="259"/>
            <ac:spMk id="2" creationId="{6EE247BE-988E-DCAA-7007-2575D95128BE}"/>
          </ac:spMkLst>
        </pc:spChg>
      </pc:sldChg>
      <pc:sldChg chg="modSp mod">
        <pc:chgData name="Victor Richardson" userId="f86e93968ad580d6" providerId="LiveId" clId="{9A15E3A9-C1F2-4E12-8AA5-161D0F3875AF}" dt="2024-12-13T18:54:33.696" v="393" actId="20577"/>
        <pc:sldMkLst>
          <pc:docMk/>
          <pc:sldMk cId="887043085" sldId="260"/>
        </pc:sldMkLst>
        <pc:spChg chg="mod">
          <ac:chgData name="Victor Richardson" userId="f86e93968ad580d6" providerId="LiveId" clId="{9A15E3A9-C1F2-4E12-8AA5-161D0F3875AF}" dt="2024-12-13T18:54:33.696" v="393" actId="20577"/>
          <ac:spMkLst>
            <pc:docMk/>
            <pc:sldMk cId="887043085" sldId="260"/>
            <ac:spMk id="2" creationId="{8BB0F01C-6A29-1FC8-27A0-27D59F94678C}"/>
          </ac:spMkLst>
        </pc:spChg>
      </pc:sldChg>
      <pc:sldChg chg="modSp mod">
        <pc:chgData name="Victor Richardson" userId="f86e93968ad580d6" providerId="LiveId" clId="{9A15E3A9-C1F2-4E12-8AA5-161D0F3875AF}" dt="2024-12-13T18:54:46.632" v="411" actId="20577"/>
        <pc:sldMkLst>
          <pc:docMk/>
          <pc:sldMk cId="737947861" sldId="261"/>
        </pc:sldMkLst>
        <pc:spChg chg="mod">
          <ac:chgData name="Victor Richardson" userId="f86e93968ad580d6" providerId="LiveId" clId="{9A15E3A9-C1F2-4E12-8AA5-161D0F3875AF}" dt="2024-12-13T18:54:46.632" v="411" actId="20577"/>
          <ac:spMkLst>
            <pc:docMk/>
            <pc:sldMk cId="737947861" sldId="261"/>
            <ac:spMk id="2" creationId="{B66048E5-D370-7AFD-EA98-07E47C24B3FB}"/>
          </ac:spMkLst>
        </pc:spChg>
      </pc:sldChg>
      <pc:sldChg chg="modSp mod">
        <pc:chgData name="Victor Richardson" userId="f86e93968ad580d6" providerId="LiveId" clId="{9A15E3A9-C1F2-4E12-8AA5-161D0F3875AF}" dt="2024-12-13T18:54:55.502" v="425" actId="20577"/>
        <pc:sldMkLst>
          <pc:docMk/>
          <pc:sldMk cId="3213815704" sldId="262"/>
        </pc:sldMkLst>
        <pc:spChg chg="mod">
          <ac:chgData name="Victor Richardson" userId="f86e93968ad580d6" providerId="LiveId" clId="{9A15E3A9-C1F2-4E12-8AA5-161D0F3875AF}" dt="2024-12-13T18:54:55.502" v="425" actId="20577"/>
          <ac:spMkLst>
            <pc:docMk/>
            <pc:sldMk cId="3213815704" sldId="262"/>
            <ac:spMk id="2" creationId="{C95BCAFD-0A80-5285-F5E7-D19F52379ADC}"/>
          </ac:spMkLst>
        </pc:spChg>
      </pc:sldChg>
      <pc:sldChg chg="modSp add mod">
        <pc:chgData name="Victor Richardson" userId="f86e93968ad580d6" providerId="LiveId" clId="{9A15E3A9-C1F2-4E12-8AA5-161D0F3875AF}" dt="2024-12-13T18:55:07.808" v="436" actId="20577"/>
        <pc:sldMkLst>
          <pc:docMk/>
          <pc:sldMk cId="138975307" sldId="263"/>
        </pc:sldMkLst>
        <pc:spChg chg="mod">
          <ac:chgData name="Victor Richardson" userId="f86e93968ad580d6" providerId="LiveId" clId="{9A15E3A9-C1F2-4E12-8AA5-161D0F3875AF}" dt="2024-12-13T18:55:07.808" v="436" actId="20577"/>
          <ac:spMkLst>
            <pc:docMk/>
            <pc:sldMk cId="138975307" sldId="263"/>
            <ac:spMk id="2" creationId="{7EFF87AC-89D5-7E31-007A-BAC9399C33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16AF87-AE4D-47ED-B729-B141B7A5EC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B1CCC-C229-F045-AD28-091896EC03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E44FB-E095-41B7-860D-4F461FA0345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CE3E6-59CF-000F-8E69-1DCB2A8F02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9DB96-0855-32C2-FC68-DEB6E4863C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FCDBE-C523-4EA5-87C7-99096E9BA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521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977E1-21BC-4018-B142-46CE9238BAC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39EE9-92F2-4F90-B71F-E091DA284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1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7D31-4343-5CE4-81A0-947B4BB90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3BD00-22EB-6D04-E885-46688C3AD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9EF363-FF00-467A-D70D-04180362B6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CA8DC40-6E6E-01AD-F446-1809A7A6C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951753-8C5B-5ED5-79D5-8C48AA4ADE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25369" y="65502"/>
            <a:ext cx="1056861" cy="105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9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3B4A-1E38-253B-988C-295FA39E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4F25-B131-D3F7-E03E-1EBCBD83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9"/>
            <a:ext cx="10515600" cy="49047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0F5114E-065E-F760-2B88-07AFC8A9BF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88A88-9430-D43C-9A5B-AB81E15369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0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48E6-F72D-BEE1-0F2B-8B53B3F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2209"/>
            <a:ext cx="5181600" cy="48915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0FEB8-FCBE-C421-12C1-41DBD7D8A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72209"/>
            <a:ext cx="5181600" cy="48915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F08EEE9-AA9C-F180-B764-0CE6BEA136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8CA37C6-CD7F-40FE-A48A-5D58B7438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45A53D4-C02B-1CD4-790C-E7387C67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75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7115E3B-DBD1-CEBF-78A0-F74E7870FC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2251393-1213-0869-3212-DE8FD97E7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D9A2217-E025-8CC1-ADF8-47DFA308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910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23EE-CF36-3A95-76ED-6B42D88E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DE717-2543-BB25-6AC7-969BF2758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1401B59-CB1B-4EF0-A838-3D238222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62E8792-FC29-90CC-2D39-A1B669DC73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03D7-63ED-BDEC-0FB1-763C4065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1716E-5710-B116-E1A6-DA5B83A22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F580E-E0B3-768E-02B2-E39C91DF2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9CA42-0FFA-B331-F65B-FE294B6CE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7163A-EFEB-DC0F-E4EE-C5D1E2AFB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D4F7765-FCA9-51DE-F5CB-EAE86E4A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7623CF-FC45-42C6-904A-2044D7D5202B}" type="datetime1">
              <a:rPr lang="en-US" smtClean="0"/>
              <a:t>4/1/2026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EA1BFF7-6A2C-BDD6-95C9-69B53DC5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CC96E4B-3DE8-293F-93FD-53B29A16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0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F006-EC1D-2366-2F5C-22423033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D3E9-D391-AF62-BB86-4B848EC9A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7B794-C7ED-9898-40EE-BFF4A92D5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B3ACAAC-CB32-ACF7-A9CA-3BE94FE509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3DEA406-E141-700F-F44E-9482848A0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6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3748-91B5-C504-19D3-39B7056F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0C0DF-D2CD-6ED9-5AF9-C63B3B4A3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3CB06-1FAF-789C-09E7-84AEAEA0E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FC38E15-BFF0-7AB2-4C92-820F61ED52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0868DD0-5840-F1F7-4FE7-47A30C24C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6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8AE9-3436-85A0-723C-498B708D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BA0DA-E48A-4259-7489-A75C816D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77E172-5275-E331-D0EA-970932996B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3427CA4-B133-BD43-FDF8-FAB2F2944A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3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986F49-4B55-2F15-3DD7-3A3FE4309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EA4CB-2FF9-F0F7-3317-D1FB7AD0F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7F9F50E-26DA-D2B4-3D05-07ED273408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D44096E-C20E-4BC7-A3F8-489CAE308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01A6-D41C-CD89-9A49-C446C1D6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E6336-3BF6-5027-676D-CD015C9EA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39A7F83-D6A0-83D7-337A-D5AC3B85C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1" y="6356350"/>
            <a:ext cx="2925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EF26C1-964D-A211-C0DA-418A09201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2372D-35B0-4F04-8601-ED2F83EBA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1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CF3B59C-009F-1746-99FA-76F051F15A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1" y="6356350"/>
            <a:ext cx="2925416" cy="365125"/>
          </a:xfrm>
        </p:spPr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0D64160-21C2-823B-0964-66E4948E23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BF2372D-35B0-4F04-8601-ED2F83EBAB99}" type="slidenum">
              <a:rPr lang="en-US" smtClean="0"/>
              <a:t>1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3DCD78-9A80-D8A3-9157-6F9FAEA4B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400" dirty="0">
                <a:solidFill>
                  <a:srgbClr val="17365D"/>
                </a:solidFill>
              </a:rPr>
              <a:t>[Client Name]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09E13044-5BBC-E51E-B656-B5D1C23DF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E69138"/>
                </a:solidFill>
              </a:rPr>
              <a:t>[Project Name]</a:t>
            </a:r>
          </a:p>
          <a:p>
            <a:pPr algn="l"/>
            <a:r>
              <a:rPr lang="en-US" dirty="0">
                <a:solidFill>
                  <a:srgbClr val="E69138"/>
                </a:solidFill>
              </a:rPr>
              <a:t>Project Kickoff</a:t>
            </a:r>
          </a:p>
          <a:p>
            <a:pPr algn="l"/>
            <a:r>
              <a:rPr lang="en-US" dirty="0">
                <a:solidFill>
                  <a:srgbClr val="E69138"/>
                </a:solidFill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1249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C4C33DBE-D630-0E60-3A9E-5798E210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107DB8F3-60CE-3EB6-66DF-BA7C154BA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 / Introductions</a:t>
            </a:r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13A5EAE0-31B9-FC42-E5E9-CD18B6899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1" y="6356350"/>
            <a:ext cx="2925416" cy="365125"/>
          </a:xfrm>
        </p:spPr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094CA5C5-8233-C193-C294-1625FAFB1F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BF2372D-35B0-4F04-8601-ED2F83EBAB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6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756-D648-1CF2-646E-A1AA1F18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BAE8-D32A-5C2B-87F1-B0550A52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39B96-089C-8EBB-C99A-8C9FEC9306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TunTech, LLC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03705-1DBA-4E00-97E5-A0A128DAC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F2372D-35B0-4F04-8601-ED2F83EBAB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5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[Client Name]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[Client Name]</dc:title>
  <dc:creator>Victor Richardson</dc:creator>
  <cp:lastModifiedBy>Victor Richardson</cp:lastModifiedBy>
  <cp:revision>3</cp:revision>
  <dcterms:created xsi:type="dcterms:W3CDTF">2024-01-24T15:48:43Z</dcterms:created>
  <dcterms:modified xsi:type="dcterms:W3CDTF">2026-04-01T19:29:28Z</dcterms:modified>
</cp:coreProperties>
</file>